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7bdf191ffa04f6c" /><Relationship Type="http://schemas.openxmlformats.org/officeDocument/2006/relationships/extended-properties" Target="/docProps/app.xml" Id="R6407086ca349482b" /><Relationship Type="http://schemas.openxmlformats.org/officeDocument/2006/relationships/officeDocument" Target="/ppt/presentation.xml" Id="R69bc229d6a57479a" /></Relationships>
</file>

<file path=ppt/presentation.xml><?xml version="1.0" encoding="utf-8"?>
<p:presentation xmlns:p="http://schemas.openxmlformats.org/presentationml/2006/main">
  <p:sldMasterIdLst>
    <p:sldMasterId xmlns:r="http://schemas.openxmlformats.org/officeDocument/2006/relationships" id="2147483648" r:id="R9f4e28b3b2964a25"/>
  </p:sldMasterIdLst>
  <p:notesMasterIdLst>
    <p:notesMasterId xmlns:r="http://schemas.openxmlformats.org/officeDocument/2006/relationships" r:id="R3bd06b54759e4e08"/>
  </p:notesMasterIdLst>
  <p:sldIdLst>
    <p:sldId xmlns:r="http://schemas.openxmlformats.org/officeDocument/2006/relationships" id="256" r:id="R9e2d066478cd45a6"/>
    <p:sldId xmlns:r="http://schemas.openxmlformats.org/officeDocument/2006/relationships" id="257" r:id="Rc36ed15b1d564bb6"/>
    <p:sldId xmlns:r="http://schemas.openxmlformats.org/officeDocument/2006/relationships" id="258" r:id="R2b97ec409969450c"/>
    <p:sldId xmlns:r="http://schemas.openxmlformats.org/officeDocument/2006/relationships" id="259" r:id="Rd98592e9f17d4a72"/>
    <p:sldId xmlns:r="http://schemas.openxmlformats.org/officeDocument/2006/relationships" id="260" r:id="R5e9905edfd5e47bd"/>
    <p:sldId xmlns:r="http://schemas.openxmlformats.org/officeDocument/2006/relationships" id="261" r:id="Rd7528335b2494cde"/>
    <p:sldId xmlns:r="http://schemas.openxmlformats.org/officeDocument/2006/relationships" id="262" r:id="R6f8089d2f9d44d33"/>
    <p:sldId xmlns:r="http://schemas.openxmlformats.org/officeDocument/2006/relationships" id="263" r:id="R0630702a93b74320"/>
    <p:sldId xmlns:r="http://schemas.openxmlformats.org/officeDocument/2006/relationships" id="264" r:id="R3f505a2feab34c25"/>
    <p:sldId xmlns:r="http://schemas.openxmlformats.org/officeDocument/2006/relationships" id="265" r:id="R196c872ea85644ab"/>
    <p:sldId xmlns:r="http://schemas.openxmlformats.org/officeDocument/2006/relationships" id="266" r:id="Rb1b6389e42fe4c44"/>
    <p:sldId xmlns:r="http://schemas.openxmlformats.org/officeDocument/2006/relationships" id="267" r:id="R1117b2fb35b14834"/>
    <p:sldId xmlns:r="http://schemas.openxmlformats.org/officeDocument/2006/relationships" id="268" r:id="Rcd4eb24e76234e47"/>
    <p:sldId xmlns:r="http://schemas.openxmlformats.org/officeDocument/2006/relationships" id="269" r:id="R63e350fbeeb8440b"/>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27d6d43fc3f4dd1" /><Relationship Type="http://schemas.openxmlformats.org/officeDocument/2006/relationships/slideMaster" Target="/ppt/slideMasters/slideMaster1.xml" Id="R9f4e28b3b2964a25" /><Relationship Type="http://schemas.openxmlformats.org/officeDocument/2006/relationships/notesMaster" Target="/ppt/notesMasters/notesMaster1.xml" Id="R3bd06b54759e4e08" /><Relationship Type="http://schemas.openxmlformats.org/officeDocument/2006/relationships/presProps" Target="/ppt/presProps.xml" Id="R744bfde7affd491c" /><Relationship Type="http://schemas.openxmlformats.org/officeDocument/2006/relationships/tableStyles" Target="/ppt/tableStyles.xml" Id="R57ae3e95737e4f5b" /><Relationship Type="http://schemas.openxmlformats.org/officeDocument/2006/relationships/slide" Target="/ppt/slides/slide1.xml" Id="R9e2d066478cd45a6" /><Relationship Type="http://schemas.openxmlformats.org/officeDocument/2006/relationships/slide" Target="/ppt/slides/slide2.xml" Id="Rc36ed15b1d564bb6" /><Relationship Type="http://schemas.openxmlformats.org/officeDocument/2006/relationships/slide" Target="/ppt/slides/slide3.xml" Id="R2b97ec409969450c" /><Relationship Type="http://schemas.openxmlformats.org/officeDocument/2006/relationships/slide" Target="/ppt/slides/slide4.xml" Id="Rd98592e9f17d4a72" /><Relationship Type="http://schemas.openxmlformats.org/officeDocument/2006/relationships/slide" Target="/ppt/slides/slide5.xml" Id="R5e9905edfd5e47bd" /><Relationship Type="http://schemas.openxmlformats.org/officeDocument/2006/relationships/slide" Target="/ppt/slides/slide6.xml" Id="Rd7528335b2494cde" /><Relationship Type="http://schemas.openxmlformats.org/officeDocument/2006/relationships/slide" Target="/ppt/slides/slide7.xml" Id="R6f8089d2f9d44d33" /><Relationship Type="http://schemas.openxmlformats.org/officeDocument/2006/relationships/slide" Target="/ppt/slides/slide8.xml" Id="R0630702a93b74320" /><Relationship Type="http://schemas.openxmlformats.org/officeDocument/2006/relationships/slide" Target="/ppt/slides/slide9.xml" Id="R3f505a2feab34c25" /><Relationship Type="http://schemas.openxmlformats.org/officeDocument/2006/relationships/slide" Target="/ppt/slides/slide10.xml" Id="R196c872ea85644ab" /><Relationship Type="http://schemas.openxmlformats.org/officeDocument/2006/relationships/slide" Target="/ppt/slides/slide11.xml" Id="Rb1b6389e42fe4c44" /><Relationship Type="http://schemas.openxmlformats.org/officeDocument/2006/relationships/slide" Target="/ppt/slides/slide12.xml" Id="R1117b2fb35b14834" /><Relationship Type="http://schemas.openxmlformats.org/officeDocument/2006/relationships/slide" Target="/ppt/slides/slide13.xml" Id="Rcd4eb24e76234e47" /><Relationship Type="http://schemas.openxmlformats.org/officeDocument/2006/relationships/slide" Target="/ppt/slides/slide14.xml" Id="R63e350fbeeb844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bf56d235b984e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cc5cd4a34a4dcd" /><Relationship Type="http://schemas.openxmlformats.org/officeDocument/2006/relationships/notesMaster" Target="/ppt/notesMasters/notesMaster1.xml" Id="R193a94fa1b8449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414cd85ea24d2d" /><Relationship Type="http://schemas.openxmlformats.org/officeDocument/2006/relationships/notesMaster" Target="/ppt/notesMasters/notesMaster1.xml" Id="Rc24776dd8a584ef5" /></Relationships>
</file>

<file path=ppt/notesSlides/_rels/notesSlide3.xml.rels>&#65279;<?xml version="1.0" encoding="utf-8"?><Relationships xmlns="http://schemas.openxmlformats.org/package/2006/relationships"><Relationship Type="http://schemas.openxmlformats.org/officeDocument/2006/relationships/slide" Target="/ppt/slides/slide3.xml" Id="R8e1ad2dada784604" /><Relationship Type="http://schemas.openxmlformats.org/officeDocument/2006/relationships/notesMaster" Target="/ppt/notesMasters/notesMaster1.xml" Id="R147afc8078664b99" /></Relationships>
</file>

<file path=ppt/notesSlides/_rels/notesSlide4.xml.rels>&#65279;<?xml version="1.0" encoding="utf-8"?><Relationships xmlns="http://schemas.openxmlformats.org/package/2006/relationships"><Relationship Type="http://schemas.openxmlformats.org/officeDocument/2006/relationships/slide" Target="/ppt/slides/slide4.xml" Id="Rd5cafd72d34a475d" /><Relationship Type="http://schemas.openxmlformats.org/officeDocument/2006/relationships/notesMaster" Target="/ppt/notesMasters/notesMaster1.xml" Id="Rfede41f663ce47be"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0d0c1bdb584c09" /><Relationship Type="http://schemas.openxmlformats.org/officeDocument/2006/relationships/notesMaster" Target="/ppt/notesMasters/notesMaster1.xml" Id="Rddf48f94ef194d1d" /></Relationships>
</file>

<file path=ppt/notesSlides/_rels/notesSlide6.xml.rels>&#65279;<?xml version="1.0" encoding="utf-8"?><Relationships xmlns="http://schemas.openxmlformats.org/package/2006/relationships"><Relationship Type="http://schemas.openxmlformats.org/officeDocument/2006/relationships/slide" Target="/ppt/slides/slide6.xml" Id="R8bf0b5e0e6854f50" /><Relationship Type="http://schemas.openxmlformats.org/officeDocument/2006/relationships/notesMaster" Target="/ppt/notesMasters/notesMaster1.xml" Id="Rd633247a2e6e4aac" /></Relationships>
</file>

<file path=ppt/notesSlides/_rels/notesSlide7.xml.rels>&#65279;<?xml version="1.0" encoding="utf-8"?><Relationships xmlns="http://schemas.openxmlformats.org/package/2006/relationships"><Relationship Type="http://schemas.openxmlformats.org/officeDocument/2006/relationships/slide" Target="/ppt/slides/slide7.xml" Id="R3bcf5a0b8eb146cb" /><Relationship Type="http://schemas.openxmlformats.org/officeDocument/2006/relationships/notesMaster" Target="/ppt/notesMasters/notesMaster1.xml" Id="R17e2c2cf97ac4120" /></Relationships>
</file>

<file path=ppt/notesSlides/_rels/notesSlide8.xml.rels>&#65279;<?xml version="1.0" encoding="utf-8"?><Relationships xmlns="http://schemas.openxmlformats.org/package/2006/relationships"><Relationship Type="http://schemas.openxmlformats.org/officeDocument/2006/relationships/slide" Target="/ppt/slides/slide8.xml" Id="R0fa7b88a046b4299" /><Relationship Type="http://schemas.openxmlformats.org/officeDocument/2006/relationships/notesMaster" Target="/ppt/notesMasters/notesMaster1.xml" Id="R2b107cd7f6674a89" /></Relationships>
</file>

<file path=ppt/notesSlides/_rels/notesSlide9.xml.rels>&#65279;<?xml version="1.0" encoding="utf-8"?><Relationships xmlns="http://schemas.openxmlformats.org/package/2006/relationships"><Relationship Type="http://schemas.openxmlformats.org/officeDocument/2006/relationships/slide" Target="/ppt/slides/slide9.xml" Id="Rd025c0ad8d1542cd" /><Relationship Type="http://schemas.openxmlformats.org/officeDocument/2006/relationships/notesMaster" Target="/ppt/notesMasters/notesMaster1.xml" Id="R8785cd7f30a5416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e7eefbebe8142b7" /><Relationship Type="http://schemas.openxmlformats.org/officeDocument/2006/relationships/notesMaster" Target="/ppt/notesMasters/notesMaster1.xml" Id="R57b00785ebef4e8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820fd1224ad4372" /><Relationship Type="http://schemas.openxmlformats.org/officeDocument/2006/relationships/notesMaster" Target="/ppt/notesMasters/notesMaster1.xml" Id="R39dc01d2c6df4f6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595a16f2f704c58" /><Relationship Type="http://schemas.openxmlformats.org/officeDocument/2006/relationships/notesMaster" Target="/ppt/notesMasters/notesMaster1.xml" Id="R4ce57a72b3ae490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44c0f94342640a1" /><Relationship Type="http://schemas.openxmlformats.org/officeDocument/2006/relationships/notesMaster" Target="/ppt/notesMasters/notesMaster1.xml" Id="R70333cf6d1a046f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37dbc0449634485" /><Relationship Type="http://schemas.openxmlformats.org/officeDocument/2006/relationships/notesMaster" Target="/ppt/notesMasters/notesMaster1.xml" Id="R2099498d448c47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Images: reused from the supplied group PowerPoint. Original labels identify Canva, Socosto, and Tsukatte.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Earth and humans existed, animals lived on a small piece of land among the clouds. There was only empty space past its edges. Arthur, the god of the sky, lived above them. A flame inside his chest gave him the power to create things. Another god, Varek, wanted that power for himself.</a:t>
            </a:r>
          </a:p>
          <a:p xmlns:a="http://schemas.openxmlformats.org/drawingml/2006/main">
            <a:r>
              <a:t/>
            </a:r>
          </a:p>
          <a:p xmlns:a="http://schemas.openxmlformats.org/drawingml/2006/main">
            <a:r>
              <a:t>Illustration: AI-generated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day, Varek challenged Arthur to a fight. They fought above the clouds, and thunder shook the animals’ trees below. Arthur was stronger. Every time Varek attacked, Arthur pushed him back. Varek knew he was about to lose, so he stopped fighting and held up his hands.</a:t>
            </a:r>
          </a:p>
          <a:p xmlns:a="http://schemas.openxmlformats.org/drawingml/2006/main">
            <a:r>
              <a:t/>
            </a:r>
          </a:p>
          <a:p xmlns:a="http://schemas.openxmlformats.org/drawingml/2006/main">
            <a:r>
              <a:t>Image: reused from the supplied group PowerPoint.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stop. I don’t want to fight anymore,” Varek said. Arthur believed him and lowered his hands. Varek rushed forward, struck Arthur in the chest, and pulled out the flame. Arthur reached for it, but Varek had already moved away. Without his power, Arthur could no longer fly.</a:t>
            </a:r>
          </a:p>
          <a:p xmlns:a="http://schemas.openxmlformats.org/drawingml/2006/main">
            <a:r>
              <a:t/>
            </a:r>
          </a:p>
          <a:p xmlns:a="http://schemas.openxmlformats.org/drawingml/2006/main">
            <a:r>
              <a:t>Images: reused from the supplied group PowerPoint. Original labels identify Socosto and IllustCute.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fell through the clouds like a meteor and crashed onto the animals’ land. The ground shook, and branches broke around him. His body was still strong enough to survive, but he passed out. When he opened his eyes, he couldn’t remember anything, even his name.</a:t>
            </a:r>
          </a:p>
          <a:p xmlns:a="http://schemas.openxmlformats.org/drawingml/2006/main">
            <a:r>
              <a:t/>
            </a:r>
          </a:p>
          <a:p xmlns:a="http://schemas.openxmlformats.org/drawingml/2006/main">
            <a:r>
              <a:t>Image: reused from the supplied group PowerPoint.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lion found him beside a broken branch. A bear and a dog came over. “Is he alive?” the bear asked. The dog touched Arthur’s hand with his nose. His fingers moved. “Help me turn him over,” the dog said. They carried Arthur under the trees. He tried to stand, but his legs gave out.</a:t>
            </a:r>
          </a:p>
          <a:p xmlns:a="http://schemas.openxmlformats.org/drawingml/2006/main">
            <a:r>
              <a:t/>
            </a:r>
          </a:p>
          <a:p xmlns:a="http://schemas.openxmlformats.org/drawingml/2006/main">
            <a:r>
              <a:t>Images: reused from the supplied group PowerPoint. Original labels identify Canva, Socosto, and Tsukatte.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“Easy,” the bear said. “You’re staying here tonight.” One night turned into many. The bear built a shelter from branches and leaves. The lion brought food, even when it meant eating less himself. The dog slept beside Arthur and kept him warm. They had never seen anyone like him, but they helped anyway.</a:t>
            </a:r>
          </a:p>
          <a:p xmlns:a="http://schemas.openxmlformats.org/drawingml/2006/main">
            <a:r>
              <a:t/>
            </a:r>
          </a:p>
          <a:p xmlns:a="http://schemas.openxmlformats.org/drawingml/2006/main">
            <a:r>
              <a:t>Illustration: AI-generated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Over the next few years, Arthur got stronger. He helped fix the shelter and carried food for his friends. Still, his memory never came back. One evening, the dog spotted a golden tree in the distance. The lion remembered a story about its fruit. It could bring back something someone had lost.</a:t>
            </a:r>
          </a:p>
          <a:p xmlns:a="http://schemas.openxmlformats.org/drawingml/2006/main">
            <a:r>
              <a:t/>
            </a:r>
          </a:p>
          <a:p xmlns:a="http://schemas.openxmlformats.org/drawingml/2006/main">
            <a:r>
              <a:t>Image: reused from the supplied group PowerPoint.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friends set out the next morning. The lion found a path through the rocks. At a wide gap, the bear laid down a thick branch. Arthur held it while the others crossed. The dog followed the fruit’s sweet smell through the clouds. After three days, they finally reached the tree.</a:t>
            </a:r>
          </a:p>
          <a:p xmlns:a="http://schemas.openxmlformats.org/drawingml/2006/main">
            <a:r>
              <a:t/>
            </a:r>
          </a:p>
          <a:p xmlns:a="http://schemas.openxmlformats.org/drawingml/2006/main">
            <a:r>
              <a:t>Illustration: AI-generated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fruit looked like an apple covered in gold. Arthur picked one and took a bite. Heat spread through his body. Suddenly, he remembered the fight, his home, and his son. Light shone from his hands as his power returned. Far away, the flame Varek had stolen grew smaller until it disappeared.</a:t>
            </a:r>
          </a:p>
          <a:p xmlns:a="http://schemas.openxmlformats.org/drawingml/2006/main">
            <a:r>
              <a:t/>
            </a:r>
          </a:p>
          <a:p xmlns:a="http://schemas.openxmlformats.org/drawingml/2006/main">
            <a:r>
              <a:t>Illustration: AI-generated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know who I am,” Arthur whispered. He could finally go home. Then he noticed the cuts on the bear’s paws. All his friends looked tired. They had come this far just to help him. Arthur looked at the empty space around their land. “You need a bigger home,” he said.</a:t>
            </a:r>
          </a:p>
          <a:p xmlns:a="http://schemas.openxmlformats.org/drawingml/2006/main">
            <a:r>
              <a:t/>
            </a:r>
          </a:p>
          <a:p xmlns:a="http://schemas.openxmlformats.org/drawingml/2006/main">
            <a:r>
              <a:t>Image: reused from the supplied group PowerPoint.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knelt and pressed his hands against the ground. The land spread out until no one could see its edges. Mountains rose, and water ran from his fingers into rivers and seas. Grass and trees grew around them. Then he lifted the sky higher, giving the trees room to grow. The animals finally had a safe home.</a:t>
            </a:r>
          </a:p>
          <a:p xmlns:a="http://schemas.openxmlformats.org/drawingml/2006/main">
            <a:r>
              <a:t/>
            </a:r>
          </a:p>
          <a:p xmlns:a="http://schemas.openxmlformats.org/drawingml/2006/main">
            <a:r>
              <a:t>Illustration: AI-generated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Arthur returned to the sky. Later, he brought his son down to Earth and gave him a human body without any magic. “How will I live here?” his son asked. “You’ll have to learn,” Arthur said. “They taught me.” His son became the first human, and the animals welcomed him.</a:t>
            </a:r>
          </a:p>
          <a:p xmlns:a="http://schemas.openxmlformats.org/drawingml/2006/main">
            <a:r>
              <a:t/>
            </a:r>
          </a:p>
          <a:p xmlns:a="http://schemas.openxmlformats.org/drawingml/2006/main">
            <a:r>
              <a:t>Illustration: AI-generated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lion showed him where to find food. The bear helped him build a shelter, and the dog stayed with him at night. One cold evening, he saw the dog shaking outside the doorway. He moved his bed over and called the dog inside. There was enough room for both of them.</a:t>
            </a:r>
          </a:p>
          <a:p xmlns:a="http://schemas.openxmlformats.org/drawingml/2006/main">
            <a:r>
              <a:t/>
            </a:r>
          </a:p>
          <a:p xmlns:a="http://schemas.openxmlformats.org/drawingml/2006/main">
            <a:r>
              <a:t>Image: reused from the supplied group PowerPoint.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e1d427c3f9440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34b7e7185c4df1" /><Relationship Type="http://schemas.openxmlformats.org/officeDocument/2006/relationships/slideLayout" Target="/ppt/slideLayouts/slideLayout1.xml" Id="R49b620f89ffc4b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9b620f89ffc4b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171ca04c8364bf0" /><Relationship Type="http://schemas.openxmlformats.org/officeDocument/2006/relationships/image" Target="/ppt/media/image.png" Id="R2ab7a20accda43a4" /><Relationship Type="http://schemas.openxmlformats.org/officeDocument/2006/relationships/image" Target="/ppt/media/image2.png" Id="Rfcae1f8923664bc9" /><Relationship Type="http://schemas.openxmlformats.org/officeDocument/2006/relationships/image" Target="/ppt/media/image3.png" Id="Ra3450eb80c0942f5" /><Relationship Type="http://schemas.openxmlformats.org/officeDocument/2006/relationships/notesSlide" Target="/ppt/notesSlides/notesSlide1.xml" Id="R84cc5923251242c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660e9edb731415e" /><Relationship Type="http://schemas.openxmlformats.org/officeDocument/2006/relationships/image" Target="/ppt/media/image4.png" Id="R8de5ac675b8b4184" /><Relationship Type="http://schemas.openxmlformats.org/officeDocument/2006/relationships/notesSlide" Target="/ppt/notesSlides/notesSlide2.xml" Id="R68867f28f6d0480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2895bfc6e194d13" /><Relationship Type="http://schemas.openxmlformats.org/officeDocument/2006/relationships/image" Target="/ppt/media/image.jpeg" Id="R9282922ba1a84f1a" /><Relationship Type="http://schemas.openxmlformats.org/officeDocument/2006/relationships/notesSlide" Target="/ppt/notesSlides/notesSlide3.xml" Id="Rd2947e3fd155461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9ab7fdcdfd74d30" /><Relationship Type="http://schemas.openxmlformats.org/officeDocument/2006/relationships/image" Target="/ppt/media/image5.png" Id="R8843ff55d7e443ad" /><Relationship Type="http://schemas.openxmlformats.org/officeDocument/2006/relationships/image" Target="/ppt/media/image6.png" Id="R52400ac63f5845df" /><Relationship Type="http://schemas.openxmlformats.org/officeDocument/2006/relationships/notesSlide" Target="/ppt/notesSlides/notesSlide4.xml" Id="Rfbdd14d450d242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d1b9362c834402b" /><Relationship Type="http://schemas.openxmlformats.org/officeDocument/2006/relationships/image" Target="/ppt/media/image7.png" Id="Rcb37fa09503d4884" /><Relationship Type="http://schemas.openxmlformats.org/officeDocument/2006/relationships/notesSlide" Target="/ppt/notesSlides/notesSlide5.xml" Id="Rd96a8c4d0d8b413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a829b7b49ab4968" /><Relationship Type="http://schemas.openxmlformats.org/officeDocument/2006/relationships/image" Target="/ppt/media/image8.png" Id="Rccf0e5340f6d4da0" /><Relationship Type="http://schemas.openxmlformats.org/officeDocument/2006/relationships/image" Target="/ppt/media/image9.png" Id="R5f19c7bcf3304b92" /><Relationship Type="http://schemas.openxmlformats.org/officeDocument/2006/relationships/image" Target="/ppt/media/image10.png" Id="Rcc16956998884fc8" /><Relationship Type="http://schemas.openxmlformats.org/officeDocument/2006/relationships/notesSlide" Target="/ppt/notesSlides/notesSlide6.xml" Id="Rbf01477f1e0f4d0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5193ad8570f46af" /><Relationship Type="http://schemas.openxmlformats.org/officeDocument/2006/relationships/image" Target="/ppt/media/image11.png" Id="R353c019c774a485f" /><Relationship Type="http://schemas.openxmlformats.org/officeDocument/2006/relationships/notesSlide" Target="/ppt/notesSlides/notesSlide7.xml" Id="R12aadc576dd34d7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f984d220cf04ccd" /><Relationship Type="http://schemas.openxmlformats.org/officeDocument/2006/relationships/image" Target="/ppt/media/image12.png" Id="R286ffad403184ac7" /><Relationship Type="http://schemas.openxmlformats.org/officeDocument/2006/relationships/notesSlide" Target="/ppt/notesSlides/notesSlide8.xml" Id="Rdfb0e0345833420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d336691187b4fb9" /><Relationship Type="http://schemas.openxmlformats.org/officeDocument/2006/relationships/image" Target="/ppt/media/image13.png" Id="R702832274aaa482a" /><Relationship Type="http://schemas.openxmlformats.org/officeDocument/2006/relationships/notesSlide" Target="/ppt/notesSlides/notesSlide9.xml" Id="Re62d13b183a1461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b4c0a37b1c44bfb" /><Relationship Type="http://schemas.openxmlformats.org/officeDocument/2006/relationships/image" Target="/ppt/media/image14.png" Id="R283c1e2595d6465e" /><Relationship Type="http://schemas.openxmlformats.org/officeDocument/2006/relationships/notesSlide" Target="/ppt/notesSlides/notesSlide10.xml" Id="R242969cc7f7548e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861a080498640c4" /><Relationship Type="http://schemas.openxmlformats.org/officeDocument/2006/relationships/image" Target="/ppt/media/image15.png" Id="Ra3abff01c5324850" /><Relationship Type="http://schemas.openxmlformats.org/officeDocument/2006/relationships/notesSlide" Target="/ppt/notesSlides/notesSlide11.xml" Id="Re7d43eb2b1744b4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5b5375263bf409b" /><Relationship Type="http://schemas.openxmlformats.org/officeDocument/2006/relationships/image" Target="/ppt/media/image16.png" Id="R5d233f7f6eae4aeb" /><Relationship Type="http://schemas.openxmlformats.org/officeDocument/2006/relationships/notesSlide" Target="/ppt/notesSlides/notesSlide12.xml" Id="R4974c9ada200485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39546a12c9948b5" /><Relationship Type="http://schemas.openxmlformats.org/officeDocument/2006/relationships/image" Target="/ppt/media/image17.png" Id="R7b7d938106314c97" /><Relationship Type="http://schemas.openxmlformats.org/officeDocument/2006/relationships/notesSlide" Target="/ppt/notesSlides/notesSlide13.xml" Id="R856ed13318fd4dc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8e1dd1caac14a27" /><Relationship Type="http://schemas.openxmlformats.org/officeDocument/2006/relationships/image" Target="/ppt/media/image18.png" Id="R7824b223175443e8" /><Relationship Type="http://schemas.openxmlformats.org/officeDocument/2006/relationships/notesSlide" Target="/ppt/notesSlides/notesSlide14.xml" Id="R9e0e434673024e6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8C249D7-E5EA-48EE-9CF1-7E6CF69D8B0F}"/>
              </a:ext>
            </a:extLst>
          </p:cNvPr>
          <p:cNvSpPr>
            <a:spLocks xmlns:a="http://schemas.openxmlformats.org/drawingml/2006/main" noGrp="1"/>
          </p:cNvSpPr>
          <p:nvPr/>
        </p:nvSpPr>
        <p:spPr>
          <a:xfrm xmlns:a="http://schemas.openxmlformats.org/drawingml/2006/main">
            <a:off x="666750" y="571500"/>
            <a:ext cx="7810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0">
                <a:solidFill>
                  <a:srgbClr val="111111"/>
                </a:solidFill>
                <a:latin typeface="Arial"/>
                <a:ea typeface="Arial"/>
                <a:cs typeface="Arial"/>
              </a:defRPr>
            </a:pPr>
            <a:r>
              <a:rPr sz="4800" b="0">
                <a:solidFill>
                  <a:srgbClr val="111111"/>
                </a:solidFill>
                <a:latin typeface="Arial"/>
                <a:ea typeface="Arial"/>
                <a:cs typeface="Arial"/>
              </a:rPr>
              <a:t>Arthur’s journey</a:t>
            </a:r>
          </a:p>
        </p:txBody>
      </p:sp>
      <p:sp>
        <p:nvSpPr>
          <p:cNvPr id="2" name="">
            <a:extLst xmlns:a="http://schemas.openxmlformats.org/drawingml/2006/main">
              <a:ext uri="{FF2B5EF4-FFF2-40B4-BE49-F238E27FC236}">
                <a16:creationId xmlns:a16="http://schemas.microsoft.com/office/drawing/2014/main" id="{90BD2219-8A0C-499C-AC2D-B0ED554E4A98}"/>
              </a:ext>
            </a:extLst>
          </p:cNvPr>
          <p:cNvSpPr>
            <a:spLocks xmlns:a="http://schemas.openxmlformats.org/drawingml/2006/main" noGrp="1"/>
          </p:cNvSpPr>
          <p:nvPr/>
        </p:nvSpPr>
        <p:spPr>
          <a:xfrm xmlns:a="http://schemas.openxmlformats.org/drawingml/2006/main">
            <a:off x="714375" y="1476375"/>
            <a:ext cx="781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55555"/>
                </a:solidFill>
                <a:latin typeface="Arial"/>
                <a:ea typeface="Arial"/>
                <a:cs typeface="Arial"/>
              </a:defRPr>
            </a:pPr>
            <a:r>
              <a:rPr sz="2175" b="0">
                <a:solidFill>
                  <a:srgbClr val="555555"/>
                </a:solidFill>
                <a:latin typeface="Arial"/>
                <a:ea typeface="Arial"/>
                <a:cs typeface="Arial"/>
              </a:rPr>
              <a:t>Tommy, Koshiro, Will</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2ab7a20accda43a4"/>
          <a:stretch xmlns:a="http://schemas.openxmlformats.org/drawingml/2006/main"/>
        </p:blipFill>
        <p:spPr>
          <a:xfrm xmlns:a="http://schemas.openxmlformats.org/drawingml/2006/main">
            <a:off x="785813" y="2333625"/>
            <a:ext cx="2238375" cy="2238375"/>
          </a:xfrm>
          <a:prstGeom xmlns:a="http://schemas.openxmlformats.org/drawingml/2006/main" prst="rect">
            <a:avLst/>
          </a:prstGeom>
        </p:spPr>
      </p:pic>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cae1f8923664bc9"/>
          <a:stretch xmlns:a="http://schemas.openxmlformats.org/drawingml/2006/main"/>
        </p:blipFill>
        <p:spPr>
          <a:xfrm xmlns:a="http://schemas.openxmlformats.org/drawingml/2006/main">
            <a:off x="3381375" y="2303819"/>
            <a:ext cx="2190750" cy="2250362"/>
          </a:xfrm>
          <a:prstGeom xmlns:a="http://schemas.openxmlformats.org/drawingml/2006/main" prst="rect">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3450eb80c0942f5"/>
          <a:stretch xmlns:a="http://schemas.openxmlformats.org/drawingml/2006/main"/>
        </p:blipFill>
        <p:spPr>
          <a:xfrm xmlns:a="http://schemas.openxmlformats.org/drawingml/2006/main">
            <a:off x="6072188" y="2333625"/>
            <a:ext cx="2238375" cy="2238375"/>
          </a:xfrm>
          <a:prstGeom xmlns:a="http://schemas.openxmlformats.org/drawingml/2006/main" prst="rect">
            <a:avLst/>
          </a:prstGeom>
        </p:spPr>
      </p:pic>
    </p:spTree>
    <p:extLst>
      <p:ext uri="{BB962C8B-B14F-4D97-AF65-F5344CB8AC3E}">
        <p14:creationId xmlns:p14="http://schemas.microsoft.com/office/powerpoint/2010/main" val="72985012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6A85663-E9B8-4D75-B6E9-52150E9E668D}"/>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1</a:t>
            </a:r>
          </a:p>
        </p:txBody>
      </p:sp>
      <p:sp>
        <p:nvSpPr>
          <p:cNvPr id="2" name="">
            <a:extLst xmlns:a="http://schemas.openxmlformats.org/drawingml/2006/main">
              <a:ext uri="{FF2B5EF4-FFF2-40B4-BE49-F238E27FC236}">
                <a16:creationId xmlns:a16="http://schemas.microsoft.com/office/drawing/2014/main" id="{319EF65F-DBE0-41DE-9980-A6AD143836B4}"/>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Arthur and the world</a:t>
            </a:r>
          </a:p>
        </p:txBody>
      </p:sp>
      <p:sp>
        <p:nvSpPr>
          <p:cNvPr id="3" name="">
            <a:extLst xmlns:a="http://schemas.openxmlformats.org/drawingml/2006/main">
              <a:ext uri="{FF2B5EF4-FFF2-40B4-BE49-F238E27FC236}">
                <a16:creationId xmlns:a16="http://schemas.microsoft.com/office/drawing/2014/main" id="{697F86C4-C159-4A99-95D5-DC3DB7A270B8}"/>
              </a:ext>
            </a:extLst>
          </p:cNvPr>
          <p:cNvSpPr>
            <a:spLocks xmlns:a="http://schemas.openxmlformats.org/drawingml/2006/main" noGrp="1"/>
          </p:cNvSpPr>
          <p:nvPr/>
        </p:nvSpPr>
        <p:spPr>
          <a:xfrm xmlns:a="http://schemas.openxmlformats.org/drawingml/2006/main">
            <a:off x="400050" y="1400175"/>
            <a:ext cx="46863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22222"/>
                </a:solidFill>
                <a:latin typeface="Arial"/>
                <a:ea typeface="Arial"/>
                <a:cs typeface="Arial"/>
              </a:defRPr>
            </a:pPr>
            <a:r>
              <a:rPr sz="1950" b="0">
                <a:solidFill>
                  <a:srgbClr val="222222"/>
                </a:solidFill>
                <a:latin typeface="Arial"/>
                <a:ea typeface="Arial"/>
                <a:cs typeface="Arial"/>
              </a:rPr>
              <a:t>Before Earth and humans existed, animals lived on a small piece of land among the clouds. There was only empty space past its edges. Arthur, the god of the sky, lived above them. A flame inside his chest gave him the power to create things. Another god, Varek, wanted that power for himself.</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de5ac675b8b4184"/>
          <a:stretch xmlns:a="http://schemas.openxmlformats.org/drawingml/2006/main"/>
        </p:blipFill>
        <p:spPr>
          <a:xfrm xmlns:a="http://schemas.openxmlformats.org/drawingml/2006/main">
            <a:off x="5334000" y="1793875"/>
            <a:ext cx="3476625" cy="2317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EB7C452-5653-44A8-85BF-59712BFA6488}"/>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2</a:t>
            </a:r>
          </a:p>
        </p:txBody>
      </p:sp>
    </p:spTree>
    <p:extLst>
      <p:ext uri="{BB962C8B-B14F-4D97-AF65-F5344CB8AC3E}">
        <p14:creationId xmlns:p14="http://schemas.microsoft.com/office/powerpoint/2010/main" val="112926417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5BA7483-BAB8-4AEF-A188-5FF25B52FC89}"/>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1</a:t>
            </a:r>
          </a:p>
        </p:txBody>
      </p:sp>
      <p:sp>
        <p:nvSpPr>
          <p:cNvPr id="2" name="">
            <a:extLst xmlns:a="http://schemas.openxmlformats.org/drawingml/2006/main">
              <a:ext uri="{FF2B5EF4-FFF2-40B4-BE49-F238E27FC236}">
                <a16:creationId xmlns:a16="http://schemas.microsoft.com/office/drawing/2014/main" id="{5A11B939-3FB5-4219-9D12-21CC9DD8E5C0}"/>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Varek starts a fight</a:t>
            </a:r>
          </a:p>
        </p:txBody>
      </p:sp>
      <p:sp>
        <p:nvSpPr>
          <p:cNvPr id="3" name="">
            <a:extLst xmlns:a="http://schemas.openxmlformats.org/drawingml/2006/main">
              <a:ext uri="{FF2B5EF4-FFF2-40B4-BE49-F238E27FC236}">
                <a16:creationId xmlns:a16="http://schemas.microsoft.com/office/drawing/2014/main" id="{7B01D8B5-1B1C-49D6-B832-0C37D19EF92E}"/>
              </a:ext>
            </a:extLst>
          </p:cNvPr>
          <p:cNvSpPr>
            <a:spLocks xmlns:a="http://schemas.openxmlformats.org/drawingml/2006/main" noGrp="1"/>
          </p:cNvSpPr>
          <p:nvPr/>
        </p:nvSpPr>
        <p:spPr>
          <a:xfrm xmlns:a="http://schemas.openxmlformats.org/drawingml/2006/main">
            <a:off x="400050" y="1400175"/>
            <a:ext cx="46863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22222"/>
                </a:solidFill>
                <a:latin typeface="Arial"/>
                <a:ea typeface="Arial"/>
                <a:cs typeface="Arial"/>
              </a:defRPr>
            </a:pPr>
            <a:r>
              <a:rPr sz="1950" b="0">
                <a:solidFill>
                  <a:srgbClr val="222222"/>
                </a:solidFill>
                <a:latin typeface="Arial"/>
                <a:ea typeface="Arial"/>
                <a:cs typeface="Arial"/>
              </a:rPr>
              <a:t>One day, Varek challenged Arthur to a fight. They fought above the clouds, and thunder shook the animals’ trees below. Arthur was stronger. Every time Varek attacked, Arthur pushed him back. Varek knew he was about to lose, so he stopped fighting and held up his hands.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282922ba1a84f1a"/>
          <a:stretch xmlns:a="http://schemas.openxmlformats.org/drawingml/2006/main"/>
        </p:blipFill>
        <p:spPr>
          <a:xfrm xmlns:a="http://schemas.openxmlformats.org/drawingml/2006/main">
            <a:off x="5381625" y="1732359"/>
            <a:ext cx="3381375" cy="2536031"/>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7C68B32-92BE-43A5-AE2F-2F61037A6A76}"/>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3</a:t>
            </a:r>
          </a:p>
        </p:txBody>
      </p:sp>
    </p:spTree>
    <p:extLst>
      <p:ext uri="{BB962C8B-B14F-4D97-AF65-F5344CB8AC3E}">
        <p14:creationId xmlns:p14="http://schemas.microsoft.com/office/powerpoint/2010/main" val="27282174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5C6936F-CC1A-4F50-BBCB-E9AEE99F5FD9}"/>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1</a:t>
            </a:r>
          </a:p>
        </p:txBody>
      </p:sp>
      <p:sp>
        <p:nvSpPr>
          <p:cNvPr id="2" name="">
            <a:extLst xmlns:a="http://schemas.openxmlformats.org/drawingml/2006/main">
              <a:ext uri="{FF2B5EF4-FFF2-40B4-BE49-F238E27FC236}">
                <a16:creationId xmlns:a16="http://schemas.microsoft.com/office/drawing/2014/main" id="{7F6A3E80-76F8-46A2-8CFB-2057C1715024}"/>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The stolen flame</a:t>
            </a:r>
          </a:p>
        </p:txBody>
      </p:sp>
      <p:sp>
        <p:nvSpPr>
          <p:cNvPr id="3" name="">
            <a:extLst xmlns:a="http://schemas.openxmlformats.org/drawingml/2006/main">
              <a:ext uri="{FF2B5EF4-FFF2-40B4-BE49-F238E27FC236}">
                <a16:creationId xmlns:a16="http://schemas.microsoft.com/office/drawing/2014/main" id="{2BC8661F-8DFA-4FB8-99D1-47DA070AE31B}"/>
              </a:ext>
            </a:extLst>
          </p:cNvPr>
          <p:cNvSpPr>
            <a:spLocks xmlns:a="http://schemas.openxmlformats.org/drawingml/2006/main" noGrp="1"/>
          </p:cNvSpPr>
          <p:nvPr/>
        </p:nvSpPr>
        <p:spPr>
          <a:xfrm xmlns:a="http://schemas.openxmlformats.org/drawingml/2006/main">
            <a:off x="400050" y="1400175"/>
            <a:ext cx="46863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22222"/>
                </a:solidFill>
                <a:latin typeface="Arial"/>
                <a:ea typeface="Arial"/>
                <a:cs typeface="Arial"/>
              </a:defRPr>
            </a:pPr>
            <a:r>
              <a:rPr sz="1950" b="0">
                <a:solidFill>
                  <a:srgbClr val="222222"/>
                </a:solidFill>
                <a:latin typeface="Arial"/>
                <a:ea typeface="Arial"/>
                <a:cs typeface="Arial"/>
              </a:rPr>
              <a:t>“Let’s stop. I don’t want to fight anymore,” Varek said. Arthur believed him and lowered his hands. Varek rushed forward, struck Arthur in the chest, and pulled out the flame. Arthur reached for it, but Varek had already moved away. Without his power, Arthur could no longer fly.</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843ff55d7e443ad"/>
          <a:stretch xmlns:a="http://schemas.openxmlformats.org/drawingml/2006/main"/>
        </p:blipFill>
        <p:spPr>
          <a:xfrm xmlns:a="http://schemas.openxmlformats.org/drawingml/2006/main">
            <a:off x="5381625" y="1572197"/>
            <a:ext cx="2333625" cy="2856357"/>
          </a:xfrm>
          <a:prstGeom xmlns:a="http://schemas.openxmlformats.org/drawingml/2006/main" prst="rect">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2400ac63f5845df"/>
          <a:stretch xmlns:a="http://schemas.openxmlformats.org/drawingml/2006/main"/>
        </p:blipFill>
        <p:spPr>
          <a:xfrm xmlns:a="http://schemas.openxmlformats.org/drawingml/2006/main">
            <a:off x="7715250" y="2547938"/>
            <a:ext cx="1000125" cy="10001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91C3EA1-1B71-440F-9ECD-EF299C7DBF29}"/>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4</a:t>
            </a:r>
          </a:p>
        </p:txBody>
      </p:sp>
    </p:spTree>
    <p:extLst>
      <p:ext uri="{BB962C8B-B14F-4D97-AF65-F5344CB8AC3E}">
        <p14:creationId xmlns:p14="http://schemas.microsoft.com/office/powerpoint/2010/main" val="207597448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1489EDA-7757-499D-8801-34423D876D3D}"/>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1</a:t>
            </a:r>
          </a:p>
        </p:txBody>
      </p:sp>
      <p:sp>
        <p:nvSpPr>
          <p:cNvPr id="2" name="">
            <a:extLst xmlns:a="http://schemas.openxmlformats.org/drawingml/2006/main">
              <a:ext uri="{FF2B5EF4-FFF2-40B4-BE49-F238E27FC236}">
                <a16:creationId xmlns:a16="http://schemas.microsoft.com/office/drawing/2014/main" id="{955BC5B8-99B4-4B78-B265-C8E7508CAA43}"/>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Arthur falls</a:t>
            </a:r>
          </a:p>
        </p:txBody>
      </p:sp>
      <p:sp>
        <p:nvSpPr>
          <p:cNvPr id="3" name="">
            <a:extLst xmlns:a="http://schemas.openxmlformats.org/drawingml/2006/main">
              <a:ext uri="{FF2B5EF4-FFF2-40B4-BE49-F238E27FC236}">
                <a16:creationId xmlns:a16="http://schemas.microsoft.com/office/drawing/2014/main" id="{BB082404-81AF-432D-8436-C70D5B554A95}"/>
              </a:ext>
            </a:extLst>
          </p:cNvPr>
          <p:cNvSpPr>
            <a:spLocks xmlns:a="http://schemas.openxmlformats.org/drawingml/2006/main" noGrp="1"/>
          </p:cNvSpPr>
          <p:nvPr/>
        </p:nvSpPr>
        <p:spPr>
          <a:xfrm xmlns:a="http://schemas.openxmlformats.org/drawingml/2006/main">
            <a:off x="400050" y="1400175"/>
            <a:ext cx="46863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22222"/>
                </a:solidFill>
                <a:latin typeface="Arial"/>
                <a:ea typeface="Arial"/>
                <a:cs typeface="Arial"/>
              </a:defRPr>
            </a:pPr>
            <a:r>
              <a:rPr sz="1950" b="0">
                <a:solidFill>
                  <a:srgbClr val="222222"/>
                </a:solidFill>
                <a:latin typeface="Arial"/>
                <a:ea typeface="Arial"/>
                <a:cs typeface="Arial"/>
              </a:rPr>
              <a:t>He fell through the clouds like a meteor and crashed onto the animals’ land. The ground shook, and branches broke around him. His body was still strong enough to survive, but he passed out. When he opened his eyes, he couldn’t remember anything, even his name.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b37fa09503d4884"/>
          <a:stretch xmlns:a="http://schemas.openxmlformats.org/drawingml/2006/main"/>
        </p:blipFill>
        <p:spPr>
          <a:xfrm xmlns:a="http://schemas.openxmlformats.org/drawingml/2006/main">
            <a:off x="5856268" y="1428750"/>
            <a:ext cx="2432090" cy="3143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81810D0-BC91-4178-81CA-2816D81AE291}"/>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5</a:t>
            </a:r>
          </a:p>
        </p:txBody>
      </p:sp>
    </p:spTree>
    <p:extLst>
      <p:ext uri="{BB962C8B-B14F-4D97-AF65-F5344CB8AC3E}">
        <p14:creationId xmlns:p14="http://schemas.microsoft.com/office/powerpoint/2010/main" val="43408995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7FCC08C-B07F-4B7D-AB31-A41609292B9B}"/>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2</a:t>
            </a:r>
          </a:p>
        </p:txBody>
      </p:sp>
      <p:sp>
        <p:nvSpPr>
          <p:cNvPr id="2" name="">
            <a:extLst xmlns:a="http://schemas.openxmlformats.org/drawingml/2006/main">
              <a:ext uri="{FF2B5EF4-FFF2-40B4-BE49-F238E27FC236}">
                <a16:creationId xmlns:a16="http://schemas.microsoft.com/office/drawing/2014/main" id="{DB325B66-70AC-448C-AFC8-53C93D959086}"/>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Three animals help</a:t>
            </a:r>
          </a:p>
        </p:txBody>
      </p:sp>
      <p:sp>
        <p:nvSpPr>
          <p:cNvPr id="3" name="">
            <a:extLst xmlns:a="http://schemas.openxmlformats.org/drawingml/2006/main">
              <a:ext uri="{FF2B5EF4-FFF2-40B4-BE49-F238E27FC236}">
                <a16:creationId xmlns:a16="http://schemas.microsoft.com/office/drawing/2014/main" id="{323F90E0-5B5F-4050-AE07-204FE407927C}"/>
              </a:ext>
            </a:extLst>
          </p:cNvPr>
          <p:cNvSpPr>
            <a:spLocks xmlns:a="http://schemas.openxmlformats.org/drawingml/2006/main" noGrp="1"/>
          </p:cNvSpPr>
          <p:nvPr/>
        </p:nvSpPr>
        <p:spPr>
          <a:xfrm xmlns:a="http://schemas.openxmlformats.org/drawingml/2006/main">
            <a:off x="400050" y="1400175"/>
            <a:ext cx="46863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22222"/>
                </a:solidFill>
                <a:latin typeface="Arial"/>
                <a:ea typeface="Arial"/>
                <a:cs typeface="Arial"/>
              </a:defRPr>
            </a:pPr>
            <a:r>
              <a:rPr sz="1950" b="0">
                <a:solidFill>
                  <a:srgbClr val="222222"/>
                </a:solidFill>
                <a:latin typeface="Arial"/>
                <a:ea typeface="Arial"/>
                <a:cs typeface="Arial"/>
              </a:rPr>
              <a:t>A lion found him beside a broken branch. A bear and a dog came over. “Is he alive?” the bear asked. The dog touched Arthur’s hand with his nose. His fingers moved. “Help me turn him over,” the dog said. They carried Arthur under the trees. He tried to stand, but his legs gave out.</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cf0e5340f6d4da0"/>
          <a:stretch xmlns:a="http://schemas.openxmlformats.org/drawingml/2006/main"/>
        </p:blipFill>
        <p:spPr>
          <a:xfrm xmlns:a="http://schemas.openxmlformats.org/drawingml/2006/main">
            <a:off x="5334000" y="2347945"/>
            <a:ext cx="1047750" cy="1076260"/>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f19c7bcf3304b92"/>
          <a:stretch xmlns:a="http://schemas.openxmlformats.org/drawingml/2006/main"/>
        </p:blipFill>
        <p:spPr>
          <a:xfrm xmlns:a="http://schemas.openxmlformats.org/drawingml/2006/main">
            <a:off x="6477000" y="2362200"/>
            <a:ext cx="1047750" cy="104775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c16956998884fc8"/>
          <a:stretch xmlns:a="http://schemas.openxmlformats.org/drawingml/2006/main"/>
        </p:blipFill>
        <p:spPr>
          <a:xfrm xmlns:a="http://schemas.openxmlformats.org/drawingml/2006/main">
            <a:off x="7620000" y="2314575"/>
            <a:ext cx="1143000" cy="1143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8635EDA-94F8-40E9-9FD4-F11CC124C4C9}"/>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6</a:t>
            </a:r>
          </a:p>
        </p:txBody>
      </p:sp>
    </p:spTree>
    <p:extLst>
      <p:ext uri="{BB962C8B-B14F-4D97-AF65-F5344CB8AC3E}">
        <p14:creationId xmlns:p14="http://schemas.microsoft.com/office/powerpoint/2010/main" val="149562763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53067B4-384F-4A54-84AD-CB736CC69726}"/>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2</a:t>
            </a:r>
          </a:p>
        </p:txBody>
      </p:sp>
      <p:sp>
        <p:nvSpPr>
          <p:cNvPr id="2" name="">
            <a:extLst xmlns:a="http://schemas.openxmlformats.org/drawingml/2006/main">
              <a:ext uri="{FF2B5EF4-FFF2-40B4-BE49-F238E27FC236}">
                <a16:creationId xmlns:a16="http://schemas.microsoft.com/office/drawing/2014/main" id="{F7ED4FD2-2A7D-4D00-B65D-3DC44DAA59F8}"/>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A place to stay</a:t>
            </a:r>
          </a:p>
        </p:txBody>
      </p:sp>
      <p:sp>
        <p:nvSpPr>
          <p:cNvPr id="3" name="">
            <a:extLst xmlns:a="http://schemas.openxmlformats.org/drawingml/2006/main">
              <a:ext uri="{FF2B5EF4-FFF2-40B4-BE49-F238E27FC236}">
                <a16:creationId xmlns:a16="http://schemas.microsoft.com/office/drawing/2014/main" id="{EF5E23B9-24F5-4349-9599-0F2FFF3595D1}"/>
              </a:ext>
            </a:extLst>
          </p:cNvPr>
          <p:cNvSpPr>
            <a:spLocks xmlns:a="http://schemas.openxmlformats.org/drawingml/2006/main" noGrp="1"/>
          </p:cNvSpPr>
          <p:nvPr/>
        </p:nvSpPr>
        <p:spPr>
          <a:xfrm xmlns:a="http://schemas.openxmlformats.org/drawingml/2006/main">
            <a:off x="400050" y="1400175"/>
            <a:ext cx="46863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22222"/>
                </a:solidFill>
                <a:latin typeface="Arial"/>
                <a:ea typeface="Arial"/>
                <a:cs typeface="Arial"/>
              </a:defRPr>
            </a:pPr>
            <a:r>
              <a:rPr sz="1950" b="0">
                <a:solidFill>
                  <a:srgbClr val="222222"/>
                </a:solidFill>
                <a:latin typeface="Arial"/>
                <a:ea typeface="Arial"/>
                <a:cs typeface="Arial"/>
              </a:rPr>
              <a:t>“Easy,” the bear said. “You’re staying here tonight.” One night turned into many. The bear built a shelter from branches and leaves. The lion brought food, even when it meant eating less himself. The dog slept beside Arthur and kept him warm. They had never seen anyone like him, but they helped anyway.</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53c019c774a485f"/>
          <a:stretch xmlns:a="http://schemas.openxmlformats.org/drawingml/2006/main"/>
        </p:blipFill>
        <p:spPr>
          <a:xfrm xmlns:a="http://schemas.openxmlformats.org/drawingml/2006/main">
            <a:off x="5334000" y="1793875"/>
            <a:ext cx="3476625" cy="2317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1AEFBB0-2B6A-4CDD-B778-F94ABF91975F}"/>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7</a:t>
            </a:r>
          </a:p>
        </p:txBody>
      </p:sp>
    </p:spTree>
    <p:extLst>
      <p:ext uri="{BB962C8B-B14F-4D97-AF65-F5344CB8AC3E}">
        <p14:creationId xmlns:p14="http://schemas.microsoft.com/office/powerpoint/2010/main" val="155990175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F801912-FBFC-4DDD-89CF-EFA59380DC87}"/>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2</a:t>
            </a:r>
          </a:p>
        </p:txBody>
      </p:sp>
      <p:sp>
        <p:nvSpPr>
          <p:cNvPr id="2" name="">
            <a:extLst xmlns:a="http://schemas.openxmlformats.org/drawingml/2006/main">
              <a:ext uri="{FF2B5EF4-FFF2-40B4-BE49-F238E27FC236}">
                <a16:creationId xmlns:a16="http://schemas.microsoft.com/office/drawing/2014/main" id="{C0990DDB-DC9A-4219-B02B-10636505DD3E}"/>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Living together</a:t>
            </a:r>
          </a:p>
        </p:txBody>
      </p:sp>
      <p:sp>
        <p:nvSpPr>
          <p:cNvPr id="3" name="">
            <a:extLst xmlns:a="http://schemas.openxmlformats.org/drawingml/2006/main">
              <a:ext uri="{FF2B5EF4-FFF2-40B4-BE49-F238E27FC236}">
                <a16:creationId xmlns:a16="http://schemas.microsoft.com/office/drawing/2014/main" id="{A13E6AC3-16A7-4DF0-A947-EB018341BB3E}"/>
              </a:ext>
            </a:extLst>
          </p:cNvPr>
          <p:cNvSpPr>
            <a:spLocks xmlns:a="http://schemas.openxmlformats.org/drawingml/2006/main" noGrp="1"/>
          </p:cNvSpPr>
          <p:nvPr/>
        </p:nvSpPr>
        <p:spPr>
          <a:xfrm xmlns:a="http://schemas.openxmlformats.org/drawingml/2006/main">
            <a:off x="400050" y="1400175"/>
            <a:ext cx="46863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22222"/>
                </a:solidFill>
                <a:latin typeface="Arial"/>
                <a:ea typeface="Arial"/>
                <a:cs typeface="Arial"/>
              </a:defRPr>
            </a:pPr>
            <a:r>
              <a:rPr sz="1950" b="0">
                <a:solidFill>
                  <a:srgbClr val="222222"/>
                </a:solidFill>
                <a:latin typeface="Arial"/>
                <a:ea typeface="Arial"/>
                <a:cs typeface="Arial"/>
              </a:rPr>
              <a:t>Over the next few years, Arthur got stronger. He helped fix the shelter and carried food for his friends. Still, his memory never came back. One evening, the dog spotted a golden tree in the distance. The lion remembered a story about its fruit. It could bring back something someone had lost.</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86ffad403184ac7"/>
          <a:stretch xmlns:a="http://schemas.openxmlformats.org/drawingml/2006/main"/>
        </p:blipFill>
        <p:spPr>
          <a:xfrm xmlns:a="http://schemas.openxmlformats.org/drawingml/2006/main">
            <a:off x="5500688" y="1428750"/>
            <a:ext cx="3143250" cy="3143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6730B25-C92D-4C83-A0CE-E722FB940548}"/>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8</a:t>
            </a:r>
          </a:p>
        </p:txBody>
      </p:sp>
    </p:spTree>
    <p:extLst>
      <p:ext uri="{BB962C8B-B14F-4D97-AF65-F5344CB8AC3E}">
        <p14:creationId xmlns:p14="http://schemas.microsoft.com/office/powerpoint/2010/main" val="170722630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D63E5DB-5153-4D6F-83C7-AF1486E66E60}"/>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2</a:t>
            </a:r>
          </a:p>
        </p:txBody>
      </p:sp>
      <p:sp>
        <p:nvSpPr>
          <p:cNvPr id="2" name="">
            <a:extLst xmlns:a="http://schemas.openxmlformats.org/drawingml/2006/main">
              <a:ext uri="{FF2B5EF4-FFF2-40B4-BE49-F238E27FC236}">
                <a16:creationId xmlns:a16="http://schemas.microsoft.com/office/drawing/2014/main" id="{6A0134F5-840B-4578-B9E1-330C1F7A4C11}"/>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The journey to the tree</a:t>
            </a:r>
          </a:p>
        </p:txBody>
      </p:sp>
      <p:sp>
        <p:nvSpPr>
          <p:cNvPr id="3" name="">
            <a:extLst xmlns:a="http://schemas.openxmlformats.org/drawingml/2006/main">
              <a:ext uri="{FF2B5EF4-FFF2-40B4-BE49-F238E27FC236}">
                <a16:creationId xmlns:a16="http://schemas.microsoft.com/office/drawing/2014/main" id="{82FF4117-B36E-45D7-A6FA-E839D8AD7845}"/>
              </a:ext>
            </a:extLst>
          </p:cNvPr>
          <p:cNvSpPr>
            <a:spLocks xmlns:a="http://schemas.openxmlformats.org/drawingml/2006/main" noGrp="1"/>
          </p:cNvSpPr>
          <p:nvPr/>
        </p:nvSpPr>
        <p:spPr>
          <a:xfrm xmlns:a="http://schemas.openxmlformats.org/drawingml/2006/main">
            <a:off x="400050" y="1400175"/>
            <a:ext cx="46863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22222"/>
                </a:solidFill>
                <a:latin typeface="Arial"/>
                <a:ea typeface="Arial"/>
                <a:cs typeface="Arial"/>
              </a:defRPr>
            </a:pPr>
            <a:r>
              <a:rPr sz="1950" b="0">
                <a:solidFill>
                  <a:srgbClr val="222222"/>
                </a:solidFill>
                <a:latin typeface="Arial"/>
                <a:ea typeface="Arial"/>
                <a:cs typeface="Arial"/>
              </a:rPr>
              <a:t>The four friends set out the next morning. The lion found a path through the rocks. At a wide gap, the bear laid down a thick branch. Arthur held it while the others crossed. The dog followed the fruit’s sweet smell through the clouds. After three days, they finally reached the tree.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02832274aaa482a"/>
          <a:stretch xmlns:a="http://schemas.openxmlformats.org/drawingml/2006/main"/>
        </p:blipFill>
        <p:spPr>
          <a:xfrm xmlns:a="http://schemas.openxmlformats.org/drawingml/2006/main">
            <a:off x="5334000" y="1793875"/>
            <a:ext cx="3476625" cy="2317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0565E77-CEFC-4C04-B0CB-F0E973216B43}"/>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9</a:t>
            </a:r>
          </a:p>
        </p:txBody>
      </p:sp>
    </p:spTree>
    <p:extLst>
      <p:ext uri="{BB962C8B-B14F-4D97-AF65-F5344CB8AC3E}">
        <p14:creationId xmlns:p14="http://schemas.microsoft.com/office/powerpoint/2010/main" val="95474432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29CBEB2-A7A7-496E-8AAE-5EFFDD66D892}"/>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3</a:t>
            </a:r>
          </a:p>
        </p:txBody>
      </p:sp>
      <p:sp>
        <p:nvSpPr>
          <p:cNvPr id="2" name="">
            <a:extLst xmlns:a="http://schemas.openxmlformats.org/drawingml/2006/main">
              <a:ext uri="{FF2B5EF4-FFF2-40B4-BE49-F238E27FC236}">
                <a16:creationId xmlns:a16="http://schemas.microsoft.com/office/drawing/2014/main" id="{36B45B14-1DB4-48DF-9DF1-43EC1EE45AD6}"/>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The golden fruit</a:t>
            </a:r>
          </a:p>
        </p:txBody>
      </p:sp>
      <p:sp>
        <p:nvSpPr>
          <p:cNvPr id="3" name="">
            <a:extLst xmlns:a="http://schemas.openxmlformats.org/drawingml/2006/main">
              <a:ext uri="{FF2B5EF4-FFF2-40B4-BE49-F238E27FC236}">
                <a16:creationId xmlns:a16="http://schemas.microsoft.com/office/drawing/2014/main" id="{807F4E9F-3630-433C-8245-1275532885D2}"/>
              </a:ext>
            </a:extLst>
          </p:cNvPr>
          <p:cNvSpPr>
            <a:spLocks xmlns:a="http://schemas.openxmlformats.org/drawingml/2006/main" noGrp="1"/>
          </p:cNvSpPr>
          <p:nvPr/>
        </p:nvSpPr>
        <p:spPr>
          <a:xfrm xmlns:a="http://schemas.openxmlformats.org/drawingml/2006/main">
            <a:off x="400050" y="1400175"/>
            <a:ext cx="46863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22222"/>
                </a:solidFill>
                <a:latin typeface="Arial"/>
                <a:ea typeface="Arial"/>
                <a:cs typeface="Arial"/>
              </a:defRPr>
            </a:pPr>
            <a:r>
              <a:rPr sz="1950" b="0">
                <a:solidFill>
                  <a:srgbClr val="222222"/>
                </a:solidFill>
                <a:latin typeface="Arial"/>
                <a:ea typeface="Arial"/>
                <a:cs typeface="Arial"/>
              </a:rPr>
              <a:t>The fruit looked like an apple covered in gold. Arthur picked one and took a bite. Heat spread through his body. Suddenly, he remembered the fight, his home, and his son. Light shone from his hands as his power returned. Far away, the flame Varek had stolen grew smaller until it disappeared.</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83c1e2595d6465e"/>
          <a:stretch xmlns:a="http://schemas.openxmlformats.org/drawingml/2006/main"/>
        </p:blipFill>
        <p:spPr>
          <a:xfrm xmlns:a="http://schemas.openxmlformats.org/drawingml/2006/main">
            <a:off x="5334000" y="1793875"/>
            <a:ext cx="3476625" cy="2317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32F0799-1F14-49ED-A705-222B8BEA2492}"/>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10</a:t>
            </a:r>
          </a:p>
        </p:txBody>
      </p:sp>
    </p:spTree>
    <p:extLst>
      <p:ext uri="{BB962C8B-B14F-4D97-AF65-F5344CB8AC3E}">
        <p14:creationId xmlns:p14="http://schemas.microsoft.com/office/powerpoint/2010/main" val="5863084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3656081-BBC2-48A9-A2B0-5F6C94BF454E}"/>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3</a:t>
            </a:r>
          </a:p>
        </p:txBody>
      </p:sp>
      <p:sp>
        <p:nvSpPr>
          <p:cNvPr id="2" name="">
            <a:extLst xmlns:a="http://schemas.openxmlformats.org/drawingml/2006/main">
              <a:ext uri="{FF2B5EF4-FFF2-40B4-BE49-F238E27FC236}">
                <a16:creationId xmlns:a16="http://schemas.microsoft.com/office/drawing/2014/main" id="{0F947FFF-34A6-4AA6-985B-7FEA5DE1883F}"/>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Arthur remembers</a:t>
            </a:r>
          </a:p>
        </p:txBody>
      </p:sp>
      <p:sp>
        <p:nvSpPr>
          <p:cNvPr id="3" name="">
            <a:extLst xmlns:a="http://schemas.openxmlformats.org/drawingml/2006/main">
              <a:ext uri="{FF2B5EF4-FFF2-40B4-BE49-F238E27FC236}">
                <a16:creationId xmlns:a16="http://schemas.microsoft.com/office/drawing/2014/main" id="{49F44863-9620-44D4-88EB-DE80588F1315}"/>
              </a:ext>
            </a:extLst>
          </p:cNvPr>
          <p:cNvSpPr>
            <a:spLocks xmlns:a="http://schemas.openxmlformats.org/drawingml/2006/main" noGrp="1"/>
          </p:cNvSpPr>
          <p:nvPr/>
        </p:nvSpPr>
        <p:spPr>
          <a:xfrm xmlns:a="http://schemas.openxmlformats.org/drawingml/2006/main">
            <a:off x="400050" y="1400175"/>
            <a:ext cx="46863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22222"/>
                </a:solidFill>
                <a:latin typeface="Arial"/>
                <a:ea typeface="Arial"/>
                <a:cs typeface="Arial"/>
              </a:defRPr>
            </a:pPr>
            <a:r>
              <a:rPr sz="1950" b="0">
                <a:solidFill>
                  <a:srgbClr val="222222"/>
                </a:solidFill>
                <a:latin typeface="Arial"/>
                <a:ea typeface="Arial"/>
                <a:cs typeface="Arial"/>
              </a:rPr>
              <a:t>“I know who I am,” Arthur whispered. He could finally go home. Then he noticed the cuts on the bear’s paws. All his friends looked tired. They had come this far just to help him. Arthur looked at the empty space around their land. “You need a bigger home,” he said.</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3abff01c5324850"/>
          <a:stretch xmlns:a="http://schemas.openxmlformats.org/drawingml/2006/main"/>
        </p:blipFill>
        <p:spPr>
          <a:xfrm xmlns:a="http://schemas.openxmlformats.org/drawingml/2006/main">
            <a:off x="5500688" y="1428750"/>
            <a:ext cx="3143250" cy="3143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CDC2345-56FB-4346-8C86-7E968EEC3EBE}"/>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11</a:t>
            </a:r>
          </a:p>
        </p:txBody>
      </p:sp>
    </p:spTree>
    <p:extLst>
      <p:ext uri="{BB962C8B-B14F-4D97-AF65-F5344CB8AC3E}">
        <p14:creationId xmlns:p14="http://schemas.microsoft.com/office/powerpoint/2010/main" val="197363676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C67B193-331D-4BD1-A8BD-61E4675D629A}"/>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3</a:t>
            </a:r>
          </a:p>
        </p:txBody>
      </p:sp>
      <p:sp>
        <p:nvSpPr>
          <p:cNvPr id="2" name="">
            <a:extLst xmlns:a="http://schemas.openxmlformats.org/drawingml/2006/main">
              <a:ext uri="{FF2B5EF4-FFF2-40B4-BE49-F238E27FC236}">
                <a16:creationId xmlns:a16="http://schemas.microsoft.com/office/drawing/2014/main" id="{0301B53A-EB16-448E-A69C-CF81EB79D6D2}"/>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The new Earth</a:t>
            </a:r>
          </a:p>
        </p:txBody>
      </p:sp>
      <p:sp>
        <p:nvSpPr>
          <p:cNvPr id="3" name="">
            <a:extLst xmlns:a="http://schemas.openxmlformats.org/drawingml/2006/main">
              <a:ext uri="{FF2B5EF4-FFF2-40B4-BE49-F238E27FC236}">
                <a16:creationId xmlns:a16="http://schemas.microsoft.com/office/drawing/2014/main" id="{3B5841C3-352E-438A-B1B8-99E9C382D00E}"/>
              </a:ext>
            </a:extLst>
          </p:cNvPr>
          <p:cNvSpPr>
            <a:spLocks xmlns:a="http://schemas.openxmlformats.org/drawingml/2006/main" noGrp="1"/>
          </p:cNvSpPr>
          <p:nvPr/>
        </p:nvSpPr>
        <p:spPr>
          <a:xfrm xmlns:a="http://schemas.openxmlformats.org/drawingml/2006/main">
            <a:off x="400050" y="1400175"/>
            <a:ext cx="46863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22222"/>
                </a:solidFill>
                <a:latin typeface="Arial"/>
                <a:ea typeface="Arial"/>
                <a:cs typeface="Arial"/>
              </a:defRPr>
            </a:pPr>
            <a:r>
              <a:rPr sz="1950" b="0">
                <a:solidFill>
                  <a:srgbClr val="222222"/>
                </a:solidFill>
                <a:latin typeface="Arial"/>
                <a:ea typeface="Arial"/>
                <a:cs typeface="Arial"/>
              </a:rPr>
              <a:t>He knelt and pressed his hands against the ground. The land spread out until no one could see its edges. Mountains rose, and water ran from his fingers into rivers and seas. Grass and trees grew around them. Then he lifted the sky higher, giving the trees room to grow. The animals finally had a safe home.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d233f7f6eae4aeb"/>
          <a:stretch xmlns:a="http://schemas.openxmlformats.org/drawingml/2006/main"/>
        </p:blipFill>
        <p:spPr>
          <a:xfrm xmlns:a="http://schemas.openxmlformats.org/drawingml/2006/main">
            <a:off x="5334000" y="1793875"/>
            <a:ext cx="3476625" cy="2317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0131ED4-AFA9-4601-B85F-EB20C42FDBC2}"/>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12</a:t>
            </a:r>
          </a:p>
        </p:txBody>
      </p:sp>
    </p:spTree>
    <p:extLst>
      <p:ext uri="{BB962C8B-B14F-4D97-AF65-F5344CB8AC3E}">
        <p14:creationId xmlns:p14="http://schemas.microsoft.com/office/powerpoint/2010/main" val="149249314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71FD7E5-002C-46C6-BEE8-9F84E6E00A89}"/>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3</a:t>
            </a:r>
          </a:p>
        </p:txBody>
      </p:sp>
      <p:sp>
        <p:nvSpPr>
          <p:cNvPr id="2" name="">
            <a:extLst xmlns:a="http://schemas.openxmlformats.org/drawingml/2006/main">
              <a:ext uri="{FF2B5EF4-FFF2-40B4-BE49-F238E27FC236}">
                <a16:creationId xmlns:a16="http://schemas.microsoft.com/office/drawing/2014/main" id="{998952FD-4A12-4678-8439-E046C489D3C6}"/>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The first human</a:t>
            </a:r>
          </a:p>
        </p:txBody>
      </p:sp>
      <p:sp>
        <p:nvSpPr>
          <p:cNvPr id="3" name="">
            <a:extLst xmlns:a="http://schemas.openxmlformats.org/drawingml/2006/main">
              <a:ext uri="{FF2B5EF4-FFF2-40B4-BE49-F238E27FC236}">
                <a16:creationId xmlns:a16="http://schemas.microsoft.com/office/drawing/2014/main" id="{9F437FF8-9B52-4A8E-957D-F84F4CFA63ED}"/>
              </a:ext>
            </a:extLst>
          </p:cNvPr>
          <p:cNvSpPr>
            <a:spLocks xmlns:a="http://schemas.openxmlformats.org/drawingml/2006/main" noGrp="1"/>
          </p:cNvSpPr>
          <p:nvPr/>
        </p:nvSpPr>
        <p:spPr>
          <a:xfrm xmlns:a="http://schemas.openxmlformats.org/drawingml/2006/main">
            <a:off x="400050" y="1400175"/>
            <a:ext cx="46863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22222"/>
                </a:solidFill>
                <a:latin typeface="Arial"/>
                <a:ea typeface="Arial"/>
                <a:cs typeface="Arial"/>
              </a:defRPr>
            </a:pPr>
            <a:r>
              <a:rPr sz="1950" b="0">
                <a:solidFill>
                  <a:srgbClr val="222222"/>
                </a:solidFill>
                <a:latin typeface="Arial"/>
                <a:ea typeface="Arial"/>
                <a:cs typeface="Arial"/>
              </a:rPr>
              <a:t>Arthur returned to the sky. Later, he brought his son down to Earth and gave him a human body without any magic. “How will I live here?” his son asked. “You’ll have to learn,” Arthur said. “They taught me.” His son became the first human, and the animals welcomed him.</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b7d938106314c97"/>
          <a:stretch xmlns:a="http://schemas.openxmlformats.org/drawingml/2006/main"/>
        </p:blipFill>
        <p:spPr>
          <a:xfrm xmlns:a="http://schemas.openxmlformats.org/drawingml/2006/main">
            <a:off x="5334000" y="1793875"/>
            <a:ext cx="3476625" cy="2317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64215AB-1D9A-4A36-84E6-58FBCE165984}"/>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13</a:t>
            </a:r>
          </a:p>
        </p:txBody>
      </p:sp>
    </p:spTree>
    <p:extLst>
      <p:ext uri="{BB962C8B-B14F-4D97-AF65-F5344CB8AC3E}">
        <p14:creationId xmlns:p14="http://schemas.microsoft.com/office/powerpoint/2010/main" val="205812011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BACD473-9361-41DB-A0D8-4A9539FD501B}"/>
              </a:ext>
            </a:extLst>
          </p:cNvPr>
          <p:cNvSpPr>
            <a:spLocks xmlns:a="http://schemas.openxmlformats.org/drawingml/2006/main" noGrp="1"/>
          </p:cNvSpPr>
          <p:nvPr/>
        </p:nvSpPr>
        <p:spPr>
          <a:xfrm xmlns:a="http://schemas.openxmlformats.org/drawingml/2006/main">
            <a:off x="400050" y="238125"/>
            <a:ext cx="790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Part 3</a:t>
            </a:r>
          </a:p>
        </p:txBody>
      </p:sp>
      <p:sp>
        <p:nvSpPr>
          <p:cNvPr id="2" name="">
            <a:extLst xmlns:a="http://schemas.openxmlformats.org/drawingml/2006/main">
              <a:ext uri="{FF2B5EF4-FFF2-40B4-BE49-F238E27FC236}">
                <a16:creationId xmlns:a16="http://schemas.microsoft.com/office/drawing/2014/main" id="{EAB0042D-0D42-44A4-B1BB-5ACB66DBCC27}"/>
              </a:ext>
            </a:extLst>
          </p:cNvPr>
          <p:cNvSpPr>
            <a:spLocks xmlns:a="http://schemas.openxmlformats.org/drawingml/2006/main" noGrp="1"/>
          </p:cNvSpPr>
          <p:nvPr/>
        </p:nvSpPr>
        <p:spPr>
          <a:xfrm xmlns:a="http://schemas.openxmlformats.org/drawingml/2006/main">
            <a:off x="381000" y="619125"/>
            <a:ext cx="838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11111"/>
                </a:solidFill>
                <a:latin typeface="Arial"/>
                <a:ea typeface="Arial"/>
                <a:cs typeface="Arial"/>
              </a:defRPr>
            </a:pPr>
            <a:r>
              <a:rPr sz="3000" b="0">
                <a:solidFill>
                  <a:srgbClr val="111111"/>
                </a:solidFill>
                <a:latin typeface="Arial"/>
                <a:ea typeface="Arial"/>
                <a:cs typeface="Arial"/>
              </a:rPr>
              <a:t>Room for a friend</a:t>
            </a:r>
          </a:p>
        </p:txBody>
      </p:sp>
      <p:sp>
        <p:nvSpPr>
          <p:cNvPr id="3" name="">
            <a:extLst xmlns:a="http://schemas.openxmlformats.org/drawingml/2006/main">
              <a:ext uri="{FF2B5EF4-FFF2-40B4-BE49-F238E27FC236}">
                <a16:creationId xmlns:a16="http://schemas.microsoft.com/office/drawing/2014/main" id="{C4754150-8D28-434B-B9F1-5489A611A5D6}"/>
              </a:ext>
            </a:extLst>
          </p:cNvPr>
          <p:cNvSpPr>
            <a:spLocks xmlns:a="http://schemas.openxmlformats.org/drawingml/2006/main" noGrp="1"/>
          </p:cNvSpPr>
          <p:nvPr/>
        </p:nvSpPr>
        <p:spPr>
          <a:xfrm xmlns:a="http://schemas.openxmlformats.org/drawingml/2006/main">
            <a:off x="400050" y="1400175"/>
            <a:ext cx="46863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22222"/>
                </a:solidFill>
                <a:latin typeface="Arial"/>
                <a:ea typeface="Arial"/>
                <a:cs typeface="Arial"/>
              </a:defRPr>
            </a:pPr>
            <a:r>
              <a:rPr sz="1950" b="0">
                <a:solidFill>
                  <a:srgbClr val="222222"/>
                </a:solidFill>
                <a:latin typeface="Arial"/>
                <a:ea typeface="Arial"/>
                <a:cs typeface="Arial"/>
              </a:rPr>
              <a:t>The lion showed him where to find food. The bear helped him build a shelter, and the dog stayed with him at night. One cold evening, he saw the dog shaking outside the doorway. He moved his bed over and called the dog inside. There was enough room for both of them.</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824b223175443e8"/>
          <a:stretch xmlns:a="http://schemas.openxmlformats.org/drawingml/2006/main"/>
        </p:blipFill>
        <p:spPr>
          <a:xfrm xmlns:a="http://schemas.openxmlformats.org/drawingml/2006/main">
            <a:off x="5500688" y="1428750"/>
            <a:ext cx="3143250" cy="3143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9BB671F-5DD0-417C-8B4C-0D946D5F1079}"/>
              </a:ext>
            </a:extLst>
          </p:cNvPr>
          <p:cNvSpPr>
            <a:spLocks xmlns:a="http://schemas.openxmlformats.org/drawingml/2006/main" noGrp="1"/>
          </p:cNvSpPr>
          <p:nvPr/>
        </p:nvSpPr>
        <p:spPr>
          <a:xfrm xmlns:a="http://schemas.openxmlformats.org/drawingml/2006/main">
            <a:off x="8382000" y="481012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77777"/>
                </a:solidFill>
                <a:latin typeface="Arial"/>
                <a:ea typeface="Arial"/>
                <a:cs typeface="Arial"/>
              </a:defRPr>
            </a:pPr>
            <a:r>
              <a:rPr sz="1200" b="0">
                <a:solidFill>
                  <a:srgbClr val="777777"/>
                </a:solidFill>
                <a:latin typeface="Arial"/>
                <a:ea typeface="Arial"/>
                <a:cs typeface="Arial"/>
              </a:rPr>
              <a:t>14</a:t>
            </a:r>
          </a:p>
        </p:txBody>
      </p:sp>
    </p:spTree>
    <p:extLst>
      <p:ext uri="{BB962C8B-B14F-4D97-AF65-F5344CB8AC3E}">
        <p14:creationId xmlns:p14="http://schemas.microsoft.com/office/powerpoint/2010/main" val="7192002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2026-10-06T03:03:50.7240000Z</dcterms:created>
  <dcterms:modified xsi:type="dcterms:W3CDTF">2026-10-06T03:03:50.7240000Z</dcterms:modified>
</coreProperties>
</file>